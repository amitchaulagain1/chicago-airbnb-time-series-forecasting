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135BA-5A31-4D59-8726-BCB5E90FE97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77510-EE04-45CE-8E1D-ECB8CB8C2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1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77510-EE04-45CE-8E1D-ECB8CB8C25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09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77510-EE04-45CE-8E1D-ECB8CB8C25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81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77510-EE04-45CE-8E1D-ECB8CB8C25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3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77510-EE04-45CE-8E1D-ECB8CB8C25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67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279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1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93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36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4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58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45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64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17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21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E1EDC8F-003A-410B-ABEF-2EFDB5C54ED1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2F5562A-8CCF-4D98-812D-22D8188E1F7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04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6532-94FA-D17F-997A-E86FA3B5F9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Monthly Airbnb Demand Forecasting – Chicago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0B61E-859F-0EE0-016A-BE26F139C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Presented By: Amit Chaulagain (B00127236)</a:t>
            </a:r>
          </a:p>
          <a:p>
            <a:br>
              <a:rPr lang="en-US" dirty="0"/>
            </a:br>
            <a:r>
              <a:rPr lang="en-US" dirty="0"/>
              <a:t>Instructor: Prof. Dr. Md. Jabir Rahman</a:t>
            </a:r>
          </a:p>
          <a:p>
            <a:r>
              <a:rPr lang="en-US" dirty="0"/>
              <a:t>Course: IT 5413 – Forecasting</a:t>
            </a:r>
          </a:p>
        </p:txBody>
      </p:sp>
    </p:spTree>
    <p:extLst>
      <p:ext uri="{BB962C8B-B14F-4D97-AF65-F5344CB8AC3E}">
        <p14:creationId xmlns:p14="http://schemas.microsoft.com/office/powerpoint/2010/main" val="3404678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ECEB7-626A-A2CD-AC7F-304F2A6B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4AF5-4F44-E551-3E94-4919F3FD4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Time series forecasting predicts future values using past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Widely used in business and analytics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Airbnb demand shows seasonal patterns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Important for pricing and planning</a:t>
            </a:r>
          </a:p>
        </p:txBody>
      </p:sp>
    </p:spTree>
    <p:extLst>
      <p:ext uri="{BB962C8B-B14F-4D97-AF65-F5344CB8AC3E}">
        <p14:creationId xmlns:p14="http://schemas.microsoft.com/office/powerpoint/2010/main" val="391077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263A-0996-214E-2019-F48DD35D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8E93F-49D2-310F-1F8F-933D8B3AF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Analyze Airbnb demand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Identify patterns (trend &amp; seasonality)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Compare multiple forecasting models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Select the most accurate model</a:t>
            </a:r>
          </a:p>
        </p:txBody>
      </p:sp>
    </p:spTree>
    <p:extLst>
      <p:ext uri="{BB962C8B-B14F-4D97-AF65-F5344CB8AC3E}">
        <p14:creationId xmlns:p14="http://schemas.microsoft.com/office/powerpoint/2010/main" val="93603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2B19-9CC3-6245-491E-DDDCB402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77CC9-07FC-93DF-9D55-873E22C7D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Airbnb review data (proxy for demand)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Aggregated into monthly counts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Focus on recent years (post-2022)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Log transformation applied</a:t>
            </a:r>
          </a:p>
        </p:txBody>
      </p:sp>
    </p:spTree>
    <p:extLst>
      <p:ext uri="{BB962C8B-B14F-4D97-AF65-F5344CB8AC3E}">
        <p14:creationId xmlns:p14="http://schemas.microsoft.com/office/powerpoint/2010/main" val="407359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22A14-8FC9-F931-1244-2F2D0FA70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EXPLORATORY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38D74-38B3-4FD5-D858-5E69473FA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Upward trend observed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Strong seasonal patterns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Repeating yearly cycle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96EC2-1CD5-B462-4836-8554D8063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662" y="1496868"/>
            <a:ext cx="7728526" cy="386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4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1121B-A234-2A1E-9533-158593A5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STL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3CE7A-6001-F8AD-9A52-7F58AE9C2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Data split into: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</a:rPr>
              <a:t>Trend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</a:rPr>
              <a:t>Seasonality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</a:rPr>
              <a:t>Residual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Strong seasonal component confirmed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932FB-AFC8-439C-5461-0BDD33D9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478" y="1565001"/>
            <a:ext cx="7531311" cy="372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831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FCF5-F665-79CC-0683-AC5FA245E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C5D4A-D31A-FB62-34A5-213CF0B51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Baseline Models: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Naïve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Seasonal Naïve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Drift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Advanced Models: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ARIMA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STL + 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Neural Network (NNETAR)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Combination Model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15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403B3-EA75-3D55-0A9C-4501ED902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BASELINE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8A0B-8F5D-BF9B-BCA2-DA451CCB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37991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High error across models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Seasonal Naïve performed best among them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Still significantly less accurate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2BC140-FA81-0E82-E4FF-48A124C12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17" y="1975910"/>
            <a:ext cx="6798082" cy="290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21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E540EC-9A44-E58A-8BE6-4319BBEF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ADVANCED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7BC9E-06FA-B1E2-1B91-F45524B38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356060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ARIMA performed best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STL + ETS close second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ETS moderate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Neural Network performed poorly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D047C-FDBD-D3C6-16E4-CAE3D7D90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17" y="1797461"/>
            <a:ext cx="6798082" cy="326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89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DBD960-036E-7477-1567-DB53E529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24E84-23F6-DCFC-3696-00E85DB7E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ARIMA closely follows actual values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Other models show larger deviations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Confirms ARIMA superiority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541E4-CAFA-7610-8213-950B25E7C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937" y="1483050"/>
            <a:ext cx="7589971" cy="434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1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F79E6-F0CA-E5D6-6C58-F0EEC18B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FINAL FORECAST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E0A9-7C1A-FF57-A62C-9210B2967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ARIMA used as final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12-month forecast generated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Seasonal pattern continues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</a:rPr>
              <a:t>Stable and predictable demand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0F3AA-B220-5212-4ED8-9CCB6F937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498" y="1396131"/>
            <a:ext cx="7468854" cy="425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2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F6E2-E1DE-73A5-8F84-76EFC36D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13FC5-4567-A5DA-8AD4-100C7DE48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ARIMA is the best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Seasonality is the key driver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Simple models performed poorly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Complex models did not improve accuracy</a:t>
            </a:r>
          </a:p>
        </p:txBody>
      </p:sp>
    </p:spTree>
    <p:extLst>
      <p:ext uri="{BB962C8B-B14F-4D97-AF65-F5344CB8AC3E}">
        <p14:creationId xmlns:p14="http://schemas.microsoft.com/office/powerpoint/2010/main" val="2535955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33B-895C-C6A5-C8D8-BE562C3E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36782-74BE-F653-2E40-73146DBFC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59382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Accurate forecasting achieved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ARIMA captured data structure effectively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Results useful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Pricing strategies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Demand planning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Resource allocation</a:t>
            </a:r>
          </a:p>
        </p:txBody>
      </p:sp>
    </p:spTree>
    <p:extLst>
      <p:ext uri="{BB962C8B-B14F-4D97-AF65-F5344CB8AC3E}">
        <p14:creationId xmlns:p14="http://schemas.microsoft.com/office/powerpoint/2010/main" val="1354790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D2A25-FB8E-BAFB-E616-FF8B44F3A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101931"/>
            <a:ext cx="10058400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r>
              <a:rPr lang="en-US" sz="9600" dirty="0"/>
              <a:t>   THANK YOU!!</a:t>
            </a:r>
          </a:p>
        </p:txBody>
      </p:sp>
    </p:spTree>
    <p:extLst>
      <p:ext uri="{BB962C8B-B14F-4D97-AF65-F5344CB8AC3E}">
        <p14:creationId xmlns:p14="http://schemas.microsoft.com/office/powerpoint/2010/main" val="375939259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41</TotalTime>
  <Words>266</Words>
  <Application>Microsoft Office PowerPoint</Application>
  <PresentationFormat>Widescreen</PresentationFormat>
  <Paragraphs>77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Wingdings</vt:lpstr>
      <vt:lpstr>Retrospect</vt:lpstr>
      <vt:lpstr>Monthly Airbnb Demand Forecasting – Chicago</vt:lpstr>
      <vt:lpstr>INTRODUCTION</vt:lpstr>
      <vt:lpstr>OBJECTIVE</vt:lpstr>
      <vt:lpstr>DATA &amp; PREPARATION</vt:lpstr>
      <vt:lpstr>EXPLORATORY ANALYSIS</vt:lpstr>
      <vt:lpstr>STL DECOMPOSITION</vt:lpstr>
      <vt:lpstr>MODELS USED</vt:lpstr>
      <vt:lpstr>BASELINE RESULTS</vt:lpstr>
      <vt:lpstr>ADVANCED RESULTS</vt:lpstr>
      <vt:lpstr>MODEL COMPARISON</vt:lpstr>
      <vt:lpstr>FINAL FORECAST</vt:lpstr>
      <vt:lpstr>KEY FINDINGS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Chaulagain</dc:creator>
  <cp:lastModifiedBy>Amit Chaulagain</cp:lastModifiedBy>
  <cp:revision>2</cp:revision>
  <dcterms:created xsi:type="dcterms:W3CDTF">2026-05-01T02:05:25Z</dcterms:created>
  <dcterms:modified xsi:type="dcterms:W3CDTF">2026-05-24T18:44:26Z</dcterms:modified>
</cp:coreProperties>
</file>